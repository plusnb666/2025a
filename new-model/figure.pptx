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322" y="-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354581-143F-3875-C690-43FE1883B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769EC9-F4B5-3344-B651-97031567F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3B1688-6A67-D138-212B-4672B776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5C5F-4CDF-4269-9DE3-A0069741781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C51BB7-0B61-7732-CDE5-806B6DEC1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5C7E87-025F-3216-FA14-2C179DCAD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B6D6-839B-478C-A524-DB5A618C5B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07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C5AF08-1341-692A-7F59-73619EC0C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80A9C8-0F2D-BC00-0DB6-E2E0E8B95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5AD0E0-8AA4-A623-2DC3-3F48D873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5C5F-4CDF-4269-9DE3-A0069741781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DD6338-DAA1-AF07-270A-7DEEE5C7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F28F3D-0575-203A-251A-96E382C5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B6D6-839B-478C-A524-DB5A618C5B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40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AAAF4-7AC1-5F44-2596-9CEB7BEBA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4EA2FE-6088-9C61-8437-A235D9FD6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C84AE7-9857-45D3-6281-6E496953B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5C5F-4CDF-4269-9DE3-A0069741781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431F18-5195-CE1A-61BF-0386731A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173E5D-75E8-C498-EE57-FF94FC50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B6D6-839B-478C-A524-DB5A618C5B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697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FEB8B-340F-FED0-BC2B-59F69D98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8E12E8-4564-3826-4467-5E738530F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F744FD-24D4-1A62-53EB-D7614261F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B668C1-48B5-4DE4-9405-1E1C9A2E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5C5F-4CDF-4269-9DE3-A0069741781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4BC8FD-337D-DD00-8914-2A83CD37A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D106A4-CA11-3307-E42C-6F0DF84A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B6D6-839B-478C-A524-DB5A618C5B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160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1E55B8-8191-1E24-2FEE-A8F0F9E7B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02716-6DE6-107E-1B30-E367632F3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B2021B-0399-D2E0-7262-565955C01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5AA2CD-9D6C-B4F3-6119-FFE672E36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A5558DB-5B10-C769-15AB-7B4C6892F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B28FDEE-FA01-AC57-6AA9-F31A2E2AB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5C5F-4CDF-4269-9DE3-A0069741781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EE2612-92AA-E64A-3893-26F603EC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EA652D-C921-3490-D5D8-E710F4B7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B6D6-839B-478C-A524-DB5A618C5B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178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46FD0-6560-D7EC-F404-702D368CB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001700-44FC-BF0B-80B4-FF09044D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5C5F-4CDF-4269-9DE3-A0069741781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CAACAC-A17B-5FB8-4861-0673A954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5DD938-E97A-F6C8-AA82-09565549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B6D6-839B-478C-A524-DB5A618C5B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298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5676A2A-D3F9-250E-BEEF-B8582B144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5C5F-4CDF-4269-9DE3-A0069741781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590AC6-C3F4-2955-5BB2-43B9F4B2A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3CCA9A-9595-E8DA-E205-C5B7F530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B6D6-839B-478C-A524-DB5A618C5B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014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D31DE-F20A-94A9-E583-803D8B1D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6172F3-E702-D45E-4380-7EC421AE1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5627CC-092E-E77E-2AE4-1AC385592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818744-F6F9-D5C7-F16B-05E32D0AD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5C5F-4CDF-4269-9DE3-A0069741781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63F26F-975E-8D97-DCEB-735432CC2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2AF768-FB06-FF93-8CBB-04EABFFC6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B6D6-839B-478C-A524-DB5A618C5B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720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935763-594E-63CC-4916-708B22B86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1A03DB-1B77-343F-6B64-AEA0FAA17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FB541D-844A-1009-87C0-4C1736038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3E610F-777C-AD91-22AF-2BD9F4C5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5C5F-4CDF-4269-9DE3-A0069741781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87EF72-6A07-78D6-87F3-47D295075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7CDD26-89F0-894A-DB0C-3B5EF1FD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B6D6-839B-478C-A524-DB5A618C5B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2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25669-7CE5-716A-CAD9-3F873797E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08D401-3A94-D256-0789-C1B0E4B9C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2F56D8-4FED-36CC-53CB-B37695428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5C5F-4CDF-4269-9DE3-A0069741781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DE0FE3-16BA-C063-A1B5-86DBA31E4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E71446-F2E3-379E-5A7B-B7C41462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B6D6-839B-478C-A524-DB5A618C5B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856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A4584F-36A5-78C4-E56A-3E30B5C8E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0F5DBC-6BFB-D55C-CEAC-481068B85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24F435-E563-9387-D613-C38FC61F0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C5C5F-4CDF-4269-9DE3-A0069741781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AB0E8E-9E97-9666-DAC5-BE9B02916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1B968F-1998-9B0A-F96B-02F029310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8B6D6-839B-478C-A524-DB5A618C5B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516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981286-E0B8-345B-06CE-FE35EA89F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BD33A0-96C5-EB62-F7BD-88973572D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49200F-7BAA-9171-570C-8881B0AF9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C5C5F-4CDF-4269-9DE3-A00697417813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FFCC49-EF05-FD08-BA5B-E6813B8CF4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A42789-C4C7-B400-D7DB-71CA8D69C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8B6D6-839B-478C-A524-DB5A618C5B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37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磁盘 10">
            <a:extLst>
              <a:ext uri="{FF2B5EF4-FFF2-40B4-BE49-F238E27FC236}">
                <a16:creationId xmlns:a16="http://schemas.microsoft.com/office/drawing/2014/main" id="{753FC46C-4215-6F6B-25CA-24C34B2C1F04}"/>
              </a:ext>
            </a:extLst>
          </p:cNvPr>
          <p:cNvSpPr/>
          <p:nvPr/>
        </p:nvSpPr>
        <p:spPr>
          <a:xfrm>
            <a:off x="7262192" y="2494722"/>
            <a:ext cx="751839" cy="1420707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09600BC-FD16-7128-D69E-C587C5B025BA}"/>
              </a:ext>
            </a:extLst>
          </p:cNvPr>
          <p:cNvSpPr/>
          <p:nvPr/>
        </p:nvSpPr>
        <p:spPr>
          <a:xfrm>
            <a:off x="4383524" y="1185775"/>
            <a:ext cx="1420707" cy="1420707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6DFBC29-596E-7FF0-AA67-88276D38088E}"/>
              </a:ext>
            </a:extLst>
          </p:cNvPr>
          <p:cNvCxnSpPr>
            <a:cxnSpLocks/>
          </p:cNvCxnSpPr>
          <p:nvPr/>
        </p:nvCxnSpPr>
        <p:spPr>
          <a:xfrm>
            <a:off x="2554724" y="799695"/>
            <a:ext cx="6908800" cy="10227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F79374F-B989-7C05-4329-1EEB3E18BCA7}"/>
              </a:ext>
            </a:extLst>
          </p:cNvPr>
          <p:cNvCxnSpPr>
            <a:cxnSpLocks/>
          </p:cNvCxnSpPr>
          <p:nvPr/>
        </p:nvCxnSpPr>
        <p:spPr>
          <a:xfrm>
            <a:off x="2554724" y="799695"/>
            <a:ext cx="5548715" cy="43864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725EAEA-9E38-27C2-0BE8-5328E3CA31BD}"/>
              </a:ext>
            </a:extLst>
          </p:cNvPr>
          <p:cNvCxnSpPr>
            <a:cxnSpLocks/>
          </p:cNvCxnSpPr>
          <p:nvPr/>
        </p:nvCxnSpPr>
        <p:spPr>
          <a:xfrm>
            <a:off x="2555334" y="799695"/>
            <a:ext cx="5229014" cy="21471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7F82C0A-D1B1-7261-4309-1F999B03BBCB}"/>
              </a:ext>
            </a:extLst>
          </p:cNvPr>
          <p:cNvCxnSpPr>
            <a:cxnSpLocks/>
          </p:cNvCxnSpPr>
          <p:nvPr/>
        </p:nvCxnSpPr>
        <p:spPr>
          <a:xfrm>
            <a:off x="2554724" y="799695"/>
            <a:ext cx="5229624" cy="3092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01B369D-3E22-79C5-B3A6-F4CBBE9EBD80}"/>
              </a:ext>
            </a:extLst>
          </p:cNvPr>
          <p:cNvCxnSpPr>
            <a:cxnSpLocks/>
          </p:cNvCxnSpPr>
          <p:nvPr/>
        </p:nvCxnSpPr>
        <p:spPr>
          <a:xfrm>
            <a:off x="7784348" y="2946842"/>
            <a:ext cx="0" cy="94488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7DE20967-6EEE-6D8B-DF1F-BE96A87E1B15}"/>
              </a:ext>
            </a:extLst>
          </p:cNvPr>
          <p:cNvSpPr/>
          <p:nvPr/>
        </p:nvSpPr>
        <p:spPr>
          <a:xfrm>
            <a:off x="2532170" y="77683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1F00CEF5-A1F7-BBED-37AD-E19A1E260B86}"/>
              </a:ext>
            </a:extLst>
          </p:cNvPr>
          <p:cNvSpPr/>
          <p:nvPr/>
        </p:nvSpPr>
        <p:spPr>
          <a:xfrm>
            <a:off x="7761183" y="292398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886D3281-CB72-5275-CCB4-2674B012F189}"/>
              </a:ext>
            </a:extLst>
          </p:cNvPr>
          <p:cNvSpPr/>
          <p:nvPr/>
        </p:nvSpPr>
        <p:spPr>
          <a:xfrm>
            <a:off x="7761183" y="38737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3EEFEB4-039D-C288-B179-0BEE58C9E289}"/>
              </a:ext>
            </a:extLst>
          </p:cNvPr>
          <p:cNvSpPr txBox="1"/>
          <p:nvPr/>
        </p:nvSpPr>
        <p:spPr>
          <a:xfrm>
            <a:off x="7655350" y="2727440"/>
            <a:ext cx="243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1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</a:t>
            </a:r>
            <a:endParaRPr lang="zh-CN" altLang="en-US" sz="900" i="1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EB3D2E2-6929-4E17-7EE8-BCB2D9B45FBB}"/>
              </a:ext>
            </a:extLst>
          </p:cNvPr>
          <p:cNvSpPr txBox="1"/>
          <p:nvPr/>
        </p:nvSpPr>
        <p:spPr>
          <a:xfrm>
            <a:off x="7700053" y="3873731"/>
            <a:ext cx="243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1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</a:t>
            </a:r>
            <a:endParaRPr lang="zh-CN" altLang="en-US" sz="900" i="1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B8B7C9A-22C0-9ED2-FF81-F96F75828B72}"/>
              </a:ext>
            </a:extLst>
          </p:cNvPr>
          <p:cNvSpPr txBox="1"/>
          <p:nvPr/>
        </p:nvSpPr>
        <p:spPr>
          <a:xfrm>
            <a:off x="2352812" y="660572"/>
            <a:ext cx="243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1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</a:t>
            </a:r>
            <a:endParaRPr lang="zh-CN" altLang="en-US" sz="900" i="1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4C1F468-17C7-3145-6248-4352C984DD23}"/>
              </a:ext>
            </a:extLst>
          </p:cNvPr>
          <p:cNvSpPr txBox="1"/>
          <p:nvPr/>
        </p:nvSpPr>
        <p:spPr>
          <a:xfrm>
            <a:off x="3959454" y="5341353"/>
            <a:ext cx="4813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图</a:t>
            </a:r>
            <a:r>
              <a:rPr lang="en-US" altLang="zh-CN" sz="2400" b="1" dirty="0"/>
              <a:t>1</a:t>
            </a:r>
            <a:r>
              <a:rPr lang="zh-CN" altLang="zh-CN" sz="2400" b="1" dirty="0"/>
              <a:t> 圆柱体目标遮蔽几何示意图</a:t>
            </a:r>
            <a:endParaRPr lang="zh-CN" altLang="en-US" sz="2400" b="1" i="1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899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961C8037-FF4B-F603-74B7-DDDD4CA40530}"/>
              </a:ext>
            </a:extLst>
          </p:cNvPr>
          <p:cNvSpPr/>
          <p:nvPr/>
        </p:nvSpPr>
        <p:spPr>
          <a:xfrm>
            <a:off x="4383524" y="1185775"/>
            <a:ext cx="1420707" cy="1420707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C3B53A3-8B86-989C-D7E3-D350BF2C3941}"/>
              </a:ext>
            </a:extLst>
          </p:cNvPr>
          <p:cNvCxnSpPr>
            <a:cxnSpLocks/>
          </p:cNvCxnSpPr>
          <p:nvPr/>
        </p:nvCxnSpPr>
        <p:spPr>
          <a:xfrm>
            <a:off x="2554724" y="799695"/>
            <a:ext cx="6908800" cy="10227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140B98C-8AC3-B230-5C00-80926C69CF0C}"/>
              </a:ext>
            </a:extLst>
          </p:cNvPr>
          <p:cNvCxnSpPr>
            <a:cxnSpLocks/>
          </p:cNvCxnSpPr>
          <p:nvPr/>
        </p:nvCxnSpPr>
        <p:spPr>
          <a:xfrm>
            <a:off x="2554724" y="799695"/>
            <a:ext cx="5548715" cy="43864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7838D82-2557-27BE-01F5-32D9DBF09267}"/>
              </a:ext>
            </a:extLst>
          </p:cNvPr>
          <p:cNvCxnSpPr>
            <a:cxnSpLocks/>
          </p:cNvCxnSpPr>
          <p:nvPr/>
        </p:nvCxnSpPr>
        <p:spPr>
          <a:xfrm>
            <a:off x="2555334" y="799695"/>
            <a:ext cx="5773326" cy="2084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EEBBDAF-ACB9-BCA7-B332-47B43C47D498}"/>
              </a:ext>
            </a:extLst>
          </p:cNvPr>
          <p:cNvCxnSpPr>
            <a:cxnSpLocks/>
          </p:cNvCxnSpPr>
          <p:nvPr/>
        </p:nvCxnSpPr>
        <p:spPr>
          <a:xfrm>
            <a:off x="2554724" y="799695"/>
            <a:ext cx="5229624" cy="3092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957F69C-C664-07D2-8F44-29AB333A78D3}"/>
              </a:ext>
            </a:extLst>
          </p:cNvPr>
          <p:cNvCxnSpPr>
            <a:cxnSpLocks/>
          </p:cNvCxnSpPr>
          <p:nvPr/>
        </p:nvCxnSpPr>
        <p:spPr>
          <a:xfrm flipH="1">
            <a:off x="7784348" y="2884170"/>
            <a:ext cx="544312" cy="1007552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A999E543-71E4-7DBE-030C-F42D69AA1820}"/>
              </a:ext>
            </a:extLst>
          </p:cNvPr>
          <p:cNvSpPr/>
          <p:nvPr/>
        </p:nvSpPr>
        <p:spPr>
          <a:xfrm>
            <a:off x="2532170" y="77683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2870012-818E-21BB-F34A-7AD814B27FFA}"/>
              </a:ext>
            </a:extLst>
          </p:cNvPr>
          <p:cNvSpPr/>
          <p:nvPr/>
        </p:nvSpPr>
        <p:spPr>
          <a:xfrm>
            <a:off x="8306106" y="286131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A8D1AAA-2D30-1B77-AEB2-1F626BFFC5EA}"/>
              </a:ext>
            </a:extLst>
          </p:cNvPr>
          <p:cNvSpPr/>
          <p:nvPr/>
        </p:nvSpPr>
        <p:spPr>
          <a:xfrm>
            <a:off x="7761183" y="38737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051C3B6-1ADC-574F-EDEB-F88567C66075}"/>
              </a:ext>
            </a:extLst>
          </p:cNvPr>
          <p:cNvSpPr txBox="1"/>
          <p:nvPr/>
        </p:nvSpPr>
        <p:spPr>
          <a:xfrm>
            <a:off x="8187734" y="2667202"/>
            <a:ext cx="243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1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</a:t>
            </a:r>
            <a:endParaRPr lang="zh-CN" altLang="en-US" sz="900" i="1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B64D7F-7701-8833-EA4B-50752BE40B0B}"/>
              </a:ext>
            </a:extLst>
          </p:cNvPr>
          <p:cNvSpPr txBox="1"/>
          <p:nvPr/>
        </p:nvSpPr>
        <p:spPr>
          <a:xfrm>
            <a:off x="7700053" y="3873731"/>
            <a:ext cx="243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1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B</a:t>
            </a:r>
            <a:endParaRPr lang="zh-CN" altLang="en-US" sz="900" i="1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52FCBFC-38B9-8991-54A5-CB35FFE11BAF}"/>
              </a:ext>
            </a:extLst>
          </p:cNvPr>
          <p:cNvSpPr txBox="1"/>
          <p:nvPr/>
        </p:nvSpPr>
        <p:spPr>
          <a:xfrm>
            <a:off x="2352057" y="640386"/>
            <a:ext cx="243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1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P</a:t>
            </a:r>
            <a:endParaRPr lang="zh-CN" altLang="en-US" sz="900" i="1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AEF99E8-DF41-5812-53FC-850A9C678720}"/>
              </a:ext>
            </a:extLst>
          </p:cNvPr>
          <p:cNvCxnSpPr>
            <a:cxnSpLocks/>
            <a:stCxn id="11" idx="1"/>
          </p:cNvCxnSpPr>
          <p:nvPr/>
        </p:nvCxnSpPr>
        <p:spPr>
          <a:xfrm>
            <a:off x="2538865" y="783530"/>
            <a:ext cx="5465945" cy="269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7B42DA70-3B89-3CA8-150E-E606819034A8}"/>
              </a:ext>
            </a:extLst>
          </p:cNvPr>
          <p:cNvSpPr txBox="1"/>
          <p:nvPr/>
        </p:nvSpPr>
        <p:spPr>
          <a:xfrm>
            <a:off x="7954900" y="3382852"/>
            <a:ext cx="243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1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Q</a:t>
            </a:r>
            <a:endParaRPr lang="zh-CN" altLang="en-US" sz="900" i="1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31EB3FD7-2CFE-E46E-D3A8-89A7F2D9E13E}"/>
              </a:ext>
            </a:extLst>
          </p:cNvPr>
          <p:cNvSpPr/>
          <p:nvPr/>
        </p:nvSpPr>
        <p:spPr>
          <a:xfrm>
            <a:off x="7986066" y="346133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219792EF-BE5D-FE41-8937-7F6632E5E3B2}"/>
              </a:ext>
            </a:extLst>
          </p:cNvPr>
          <p:cNvSpPr/>
          <p:nvPr/>
        </p:nvSpPr>
        <p:spPr>
          <a:xfrm>
            <a:off x="5777877" y="194275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DB58B5FF-BF85-D5CB-F6B8-8DE5DA6937BA}"/>
              </a:ext>
            </a:extLst>
          </p:cNvPr>
          <p:cNvSpPr/>
          <p:nvPr/>
        </p:nvSpPr>
        <p:spPr>
          <a:xfrm>
            <a:off x="5419137" y="248602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24A56B5-63E8-E6B1-8FE0-6AD99D4C5FBB}"/>
              </a:ext>
            </a:extLst>
          </p:cNvPr>
          <p:cNvCxnSpPr>
            <a:cxnSpLocks/>
            <a:stCxn id="33" idx="7"/>
            <a:endCxn id="35" idx="3"/>
          </p:cNvCxnSpPr>
          <p:nvPr/>
        </p:nvCxnSpPr>
        <p:spPr>
          <a:xfrm flipH="1">
            <a:off x="5425832" y="1949448"/>
            <a:ext cx="391069" cy="57560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4EE528CE-7DE1-D08E-DC5F-B26A53296479}"/>
              </a:ext>
            </a:extLst>
          </p:cNvPr>
          <p:cNvSpPr txBox="1"/>
          <p:nvPr/>
        </p:nvSpPr>
        <p:spPr>
          <a:xfrm>
            <a:off x="5762084" y="1780712"/>
            <a:ext cx="3339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1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X</a:t>
            </a:r>
            <a:r>
              <a:rPr lang="en-US" altLang="zh-CN" sz="900" i="1" baseline="-25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A</a:t>
            </a:r>
            <a:endParaRPr lang="zh-CN" altLang="en-US" sz="900" i="1" baseline="-25000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A1B3E7F-4834-6F79-AD18-8EE1F5FB84AE}"/>
              </a:ext>
            </a:extLst>
          </p:cNvPr>
          <p:cNvSpPr txBox="1"/>
          <p:nvPr/>
        </p:nvSpPr>
        <p:spPr>
          <a:xfrm>
            <a:off x="5259775" y="2509575"/>
            <a:ext cx="3180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1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X</a:t>
            </a:r>
            <a:r>
              <a:rPr lang="en-US" altLang="zh-CN" sz="900" i="1" baseline="-25000" dirty="0">
                <a:latin typeface="DejaVu Sans Mono" panose="020B0609030804020204" pitchFamily="49" charset="0"/>
                <a:cs typeface="DejaVu Sans Mono" panose="020B0609030804020204" pitchFamily="49" charset="0"/>
              </a:rPr>
              <a:t>B</a:t>
            </a:r>
            <a:endParaRPr lang="zh-CN" altLang="en-US" sz="900" i="1" baseline="-25000" dirty="0">
              <a:latin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ECFC192-C196-9C62-F39B-6C86BD48871A}"/>
              </a:ext>
            </a:extLst>
          </p:cNvPr>
          <p:cNvSpPr txBox="1"/>
          <p:nvPr/>
        </p:nvSpPr>
        <p:spPr>
          <a:xfrm>
            <a:off x="3448804" y="5306390"/>
            <a:ext cx="5120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图</a:t>
            </a:r>
            <a:r>
              <a:rPr lang="en-US" altLang="zh-CN" sz="2400" b="1" dirty="0"/>
              <a:t>2</a:t>
            </a:r>
            <a:r>
              <a:rPr lang="zh-CN" altLang="zh-CN" sz="2400" b="1" dirty="0"/>
              <a:t> 线段任意点遮蔽判定证明示意图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66025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39</Words>
  <Application>Microsoft Office PowerPoint</Application>
  <PresentationFormat>宽屏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DejaVu Sans Mono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沐阳 周</dc:creator>
  <cp:lastModifiedBy>沐阳 周</cp:lastModifiedBy>
  <cp:revision>1</cp:revision>
  <dcterms:created xsi:type="dcterms:W3CDTF">2026-08-20T05:05:18Z</dcterms:created>
  <dcterms:modified xsi:type="dcterms:W3CDTF">2026-08-20T06:21:49Z</dcterms:modified>
</cp:coreProperties>
</file>